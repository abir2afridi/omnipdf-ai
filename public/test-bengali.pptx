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  <p:clrMap bg1="lt1" tx1="dk1" bg2="lt2" tx2="dk2" accent1="accent1" accent2="accent2" accent3="accent3" accent4="accent4" accent5="accent5" accent6="accent6" hlink="hlink" folHlink="folHlink"/>
  <p:sldStyle>
    <a:majorFont Latin="Calibri" ea="Arial" cs="Arial"/>
    <a:minorFont Latin="Calibri" ea="Arial" cs="Arial"/>
  </p:sldStyle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bn-BD" sz="3200" b="1" dirty="0"/>
              <a:t>বাংলাদেশের ইতিহাস</a:t>
            </a:r>
          </a:p>
        </p:txBody>
      </p:sp>
      <p:sp>
        <p:nvSpPr>
          <p:cNvPr id="3" name="Body"/>
          <p:cNvSpPr>
            <a:spLocks noGrp="1"/>
          </p:cNvSpPr>
          <p:nvPr>
            <p:ph type="obj"/>
          </p:nvPr>
        </p:nvSpPr>
        <p:spPr>
          <a:xfrm>
            <a:off x="457200" y="1600200"/>
            <a:ext cx="8229600" cy="3143100"/>
          </a:xfrm>
          <a:prstGeom prst="rect">
            <a:avLst/>
          </a:prstGeom>
        </p:spPr>
        <p:txBody>
          <a:bodyPr/>
          <a:lstStyle/>
          <a:p>
            <a:r>
              <a:rPr lang="bn-BD" sz="2000" dirty="0"/>
              <a:t>বাংলাদেশ দক্ষিণ এশিয়ায় অবস্থিত একটি সার্বভৌম রাষ্ট্র। ১৯৭১ সালে পাকিস্তানের থেকে মুক্তিযুদ্ধের মাধ্যমে স্বাধীনতা অর্জন করে। এটি বিশ্বের অষ্টম জনবহুল দেশ।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bn-BD" sz="3200" b="1" dirty="0"/>
              <a:t>মিশ্র ভাষা — Mixed Language</a:t>
            </a:r>
          </a:p>
        </p:txBody>
      </p:sp>
      <p:sp>
        <p:nvSpPr>
          <p:cNvPr id="3" name="Body"/>
          <p:cNvSpPr>
            <a:spLocks noGrp="1"/>
          </p:cNvSpPr>
          <p:nvPr>
            <p:ph type="obj"/>
          </p:nvPr>
        </p:nvSpPr>
        <p:spPr>
          <a:xfrm>
            <a:off x="457200" y="1600200"/>
            <a:ext cx="8229600" cy="3143100"/>
          </a:xfrm>
          <a:prstGeom prst="rect">
            <a:avLst/>
          </a:prstGeom>
        </p:spPr>
        <p:txBody>
          <a:bodyPr/>
          <a:lstStyle/>
          <a:p>
            <a:r>
              <a:rPr lang="bn-BD" sz="2000" dirty="0"/>
              <a:t>এটি একটি পরীক্ষামূলক স্লাইড।
This is a test slide.
বাংলা এবং English উভয় ভাষাই ব্যবহৃত হয়েছে।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bn-BD" sz="3200" b="1" dirty="0"/>
              <a:t>সংখ্যা ও চিহ্ন — Numbers &amp; Symbols</a:t>
            </a:r>
          </a:p>
        </p:txBody>
      </p:sp>
      <p:sp>
        <p:nvSpPr>
          <p:cNvPr id="3" name="Body"/>
          <p:cNvSpPr>
            <a:spLocks noGrp="1"/>
          </p:cNvSpPr>
          <p:nvPr>
            <p:ph type="obj"/>
          </p:nvPr>
        </p:nvSpPr>
        <p:spPr>
          <a:xfrm>
            <a:off x="457200" y="1600200"/>
            <a:ext cx="8229600" cy="3143100"/>
          </a:xfrm>
          <a:prstGeom prst="rect">
            <a:avLst/>
          </a:prstGeom>
        </p:spPr>
        <p:txBody>
          <a:bodyPr/>
          <a:lstStyle/>
          <a:p>
            <a:r>
              <a:rPr lang="bn-BD" sz="2000" dirty="0"/>
              <a:t>১. প্রথম পয়েন্ট — First point
২. দ্বিতীয় পয়েন্ট — Second point
৩. তৃতীয় পয়েন্ট — Third point
গুরুত্বপূর্ণ তথ্য: ২০২৬ সালে বাংলাদেশের জনসংখ্যা প্রায় ১৭০ মিলিয়ন।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